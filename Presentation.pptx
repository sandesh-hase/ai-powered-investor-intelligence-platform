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2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66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3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03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31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4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2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95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9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82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3009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23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07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865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62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8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D2BEF-4646-4647-A50D-5CCBBCA8AD2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71F5C-8839-461D-8187-FA9529C78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82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B00841-9223-39FC-3F67-8FA07A430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4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1C575-38B8-66CB-7F1E-52A348300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3EC03C-F159-4951-3334-C777E6580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3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782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706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Bookman Old Style</vt:lpstr>
      <vt:lpstr>Rockwell</vt:lpstr>
      <vt:lpstr>Damask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Sandesh Hase</dc:creator>
  <cp:lastModifiedBy>Sandesh Hase</cp:lastModifiedBy>
  <cp:revision>1</cp:revision>
  <dcterms:created xsi:type="dcterms:W3CDTF">2026-06-01T17:56:03Z</dcterms:created>
  <dcterms:modified xsi:type="dcterms:W3CDTF">2026-06-02T05:42:44Z</dcterms:modified>
</cp:coreProperties>
</file>